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C4CFD5-A902-4B4D-8BD6-75907B243BD4}" v="7" dt="2026-07-15T10:18:16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raanveesha@outlook.com" userId="4f56128fec7150a1" providerId="LiveId" clId="{ADE9EA4F-5B12-4EBF-A5F6-A9948E5C8DD9}"/>
    <pc:docChg chg="undo custSel delSld modSld sldOrd">
      <pc:chgData name="aroraanveesha@outlook.com" userId="4f56128fec7150a1" providerId="LiveId" clId="{ADE9EA4F-5B12-4EBF-A5F6-A9948E5C8DD9}" dt="2026-07-15T13:39:58.529" v="420" actId="20577"/>
      <pc:docMkLst>
        <pc:docMk/>
      </pc:docMkLst>
      <pc:sldChg chg="modSp mod">
        <pc:chgData name="aroraanveesha@outlook.com" userId="4f56128fec7150a1" providerId="LiveId" clId="{ADE9EA4F-5B12-4EBF-A5F6-A9948E5C8DD9}" dt="2026-07-15T07:42:16.216" v="73" actId="12"/>
        <pc:sldMkLst>
          <pc:docMk/>
          <pc:sldMk cId="0" sldId="257"/>
        </pc:sldMkLst>
        <pc:spChg chg="mod">
          <ac:chgData name="aroraanveesha@outlook.com" userId="4f56128fec7150a1" providerId="LiveId" clId="{ADE9EA4F-5B12-4EBF-A5F6-A9948E5C8DD9}" dt="2026-07-15T07:40:32.947" v="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0:37.266" v="8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1:16.883" v="1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0:45.025" v="9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0:59.575" v="12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1:23.837" v="40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1:30.496" v="41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1:42.117" v="43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2:16.216" v="73" actId="12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">
        <pc:chgData name="aroraanveesha@outlook.com" userId="4f56128fec7150a1" providerId="LiveId" clId="{ADE9EA4F-5B12-4EBF-A5F6-A9948E5C8DD9}" dt="2026-07-15T13:38:36.325" v="401" actId="478"/>
        <pc:sldMkLst>
          <pc:docMk/>
          <pc:sldMk cId="0" sldId="259"/>
        </pc:sldMkLst>
        <pc:spChg chg="add del mod">
          <ac:chgData name="aroraanveesha@outlook.com" userId="4f56128fec7150a1" providerId="LiveId" clId="{ADE9EA4F-5B12-4EBF-A5F6-A9948E5C8DD9}" dt="2026-07-15T13:38:36.325" v="401" actId="478"/>
          <ac:spMkLst>
            <pc:docMk/>
            <pc:sldMk cId="0" sldId="259"/>
            <ac:spMk id="3" creationId="{2020F314-8E99-AA7A-7A75-4FAC5D686A94}"/>
          </ac:spMkLst>
        </pc:spChg>
        <pc:spChg chg="mod">
          <ac:chgData name="aroraanveesha@outlook.com" userId="4f56128fec7150a1" providerId="LiveId" clId="{ADE9EA4F-5B12-4EBF-A5F6-A9948E5C8DD9}" dt="2026-07-15T07:42:24.612" v="74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2:40.036" v="78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3:09.894" v="85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2:53.869" v="81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3:25.060" v="89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3:16.520" v="87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10:17:19.179" v="362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4:08.262" v="97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44:22.943" v="102" actId="12"/>
          <ac:spMkLst>
            <pc:docMk/>
            <pc:sldMk cId="0" sldId="259"/>
            <ac:spMk id="16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7:43:43.273" v="93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7:43:41.531" v="92" actId="478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aroraanveesha@outlook.com" userId="4f56128fec7150a1" providerId="LiveId" clId="{ADE9EA4F-5B12-4EBF-A5F6-A9948E5C8DD9}" dt="2026-07-15T07:59:32.381" v="129" actId="58"/>
        <pc:sldMkLst>
          <pc:docMk/>
          <pc:sldMk cId="0" sldId="260"/>
        </pc:sldMkLst>
        <pc:spChg chg="mod">
          <ac:chgData name="aroraanveesha@outlook.com" userId="4f56128fec7150a1" providerId="LiveId" clId="{ADE9EA4F-5B12-4EBF-A5F6-A9948E5C8DD9}" dt="2026-07-15T07:54:01.850" v="115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7:59:32.381" v="129" actId="58"/>
          <ac:spMkLst>
            <pc:docMk/>
            <pc:sldMk cId="0" sldId="260"/>
            <ac:spMk id="41" creationId="{92A2F43F-BDC8-2E8F-63AD-C74610D1FCC0}"/>
          </ac:spMkLst>
        </pc:spChg>
      </pc:sldChg>
      <pc:sldChg chg="delSp modSp mod">
        <pc:chgData name="aroraanveesha@outlook.com" userId="4f56128fec7150a1" providerId="LiveId" clId="{ADE9EA4F-5B12-4EBF-A5F6-A9948E5C8DD9}" dt="2026-07-15T08:08:26.154" v="144" actId="20577"/>
        <pc:sldMkLst>
          <pc:docMk/>
          <pc:sldMk cId="0" sldId="261"/>
        </pc:sldMkLst>
        <pc:spChg chg="mod">
          <ac:chgData name="aroraanveesha@outlook.com" userId="4f56128fec7150a1" providerId="LiveId" clId="{ADE9EA4F-5B12-4EBF-A5F6-A9948E5C8DD9}" dt="2026-07-15T08:08:26.154" v="14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08:06.218" v="141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08:15.750" v="143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07:45.934" v="135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07:36.106" v="133" actId="255"/>
          <ac:spMkLst>
            <pc:docMk/>
            <pc:sldMk cId="0" sldId="261"/>
            <ac:spMk id="15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8:07:24.472" v="131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8:07:21.853" v="130" actId="478"/>
          <ac:spMkLst>
            <pc:docMk/>
            <pc:sldMk cId="0" sldId="261"/>
            <ac:spMk id="17" creationId="{00000000-0000-0000-0000-000000000000}"/>
          </ac:spMkLst>
        </pc:spChg>
        <pc:graphicFrameChg chg="modGraphic">
          <ac:chgData name="aroraanveesha@outlook.com" userId="4f56128fec7150a1" providerId="LiveId" clId="{ADE9EA4F-5B12-4EBF-A5F6-A9948E5C8DD9}" dt="2026-07-15T08:07:56.167" v="137" actId="20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modSp mod">
        <pc:chgData name="aroraanveesha@outlook.com" userId="4f56128fec7150a1" providerId="LiveId" clId="{ADE9EA4F-5B12-4EBF-A5F6-A9948E5C8DD9}" dt="2026-07-15T12:19:38.227" v="393" actId="20577"/>
        <pc:sldMkLst>
          <pc:docMk/>
          <pc:sldMk cId="0" sldId="264"/>
        </pc:sldMkLst>
        <pc:spChg chg="mod">
          <ac:chgData name="aroraanveesha@outlook.com" userId="4f56128fec7150a1" providerId="LiveId" clId="{ADE9EA4F-5B12-4EBF-A5F6-A9948E5C8DD9}" dt="2026-07-15T08:23:54.585" v="231" actId="1035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19:30.380" v="225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12:19:38.227" v="393" actId="20577"/>
          <ac:spMkLst>
            <pc:docMk/>
            <pc:sldMk cId="0" sldId="264"/>
            <ac:spMk id="6" creationId="{00000000-0000-0000-0000-000000000000}"/>
          </ac:spMkLst>
        </pc:spChg>
        <pc:graphicFrameChg chg="modGraphic">
          <ac:chgData name="aroraanveesha@outlook.com" userId="4f56128fec7150a1" providerId="LiveId" clId="{ADE9EA4F-5B12-4EBF-A5F6-A9948E5C8DD9}" dt="2026-07-15T08:18:48.911" v="147" actId="255"/>
          <ac:graphicFrameMkLst>
            <pc:docMk/>
            <pc:sldMk cId="0" sldId="264"/>
            <ac:graphicFrameMk id="10" creationId="{00000000-0000-0000-0000-000000000000}"/>
          </ac:graphicFrameMkLst>
        </pc:graphicFrameChg>
        <pc:picChg chg="add mod">
          <ac:chgData name="aroraanveesha@outlook.com" userId="4f56128fec7150a1" providerId="LiveId" clId="{ADE9EA4F-5B12-4EBF-A5F6-A9948E5C8DD9}" dt="2026-07-15T08:19:47.521" v="230" actId="1076"/>
          <ac:picMkLst>
            <pc:docMk/>
            <pc:sldMk cId="0" sldId="264"/>
            <ac:picMk id="7" creationId="{C59E9EEA-0DE8-A403-51FF-F2F745CC4548}"/>
          </ac:picMkLst>
        </pc:picChg>
      </pc:sldChg>
      <pc:sldChg chg="addSp delSp modSp mod">
        <pc:chgData name="aroraanveesha@outlook.com" userId="4f56128fec7150a1" providerId="LiveId" clId="{ADE9EA4F-5B12-4EBF-A5F6-A9948E5C8DD9}" dt="2026-07-15T13:39:58.529" v="420" actId="20577"/>
        <pc:sldMkLst>
          <pc:docMk/>
          <pc:sldMk cId="0" sldId="266"/>
        </pc:sldMkLst>
        <pc:spChg chg="mod">
          <ac:chgData name="aroraanveesha@outlook.com" userId="4f56128fec7150a1" providerId="LiveId" clId="{ADE9EA4F-5B12-4EBF-A5F6-A9948E5C8DD9}" dt="2026-07-15T08:37:40.021" v="270" actId="20577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aroraanveesha@outlook.com" userId="4f56128fec7150a1" providerId="LiveId" clId="{ADE9EA4F-5B12-4EBF-A5F6-A9948E5C8DD9}" dt="2026-07-15T08:35:11.156" v="240" actId="767"/>
          <ac:spMkLst>
            <pc:docMk/>
            <pc:sldMk cId="0" sldId="266"/>
            <ac:spMk id="5" creationId="{26423723-22A9-F422-B73E-834B6CA999F5}"/>
          </ac:spMkLst>
        </pc:spChg>
        <pc:spChg chg="mod">
          <ac:chgData name="aroraanveesha@outlook.com" userId="4f56128fec7150a1" providerId="LiveId" clId="{ADE9EA4F-5B12-4EBF-A5F6-A9948E5C8DD9}" dt="2026-07-15T08:36:24.313" v="250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36:20.324" v="249" actId="14100"/>
          <ac:spMkLst>
            <pc:docMk/>
            <pc:sldMk cId="0" sldId="266"/>
            <ac:spMk id="28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8:35:57.345" v="245" actId="478"/>
          <ac:spMkLst>
            <pc:docMk/>
            <pc:sldMk cId="0" sldId="266"/>
            <ac:spMk id="30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08:36:50.785" v="254"/>
          <ac:spMkLst>
            <pc:docMk/>
            <pc:sldMk cId="0" sldId="266"/>
            <ac:spMk id="32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8:36:38.326" v="251" actId="478"/>
          <ac:spMkLst>
            <pc:docMk/>
            <pc:sldMk cId="0" sldId="266"/>
            <ac:spMk id="34" creationId="{00000000-0000-0000-0000-000000000000}"/>
          </ac:spMkLst>
        </pc:spChg>
        <pc:spChg chg="del">
          <ac:chgData name="aroraanveesha@outlook.com" userId="4f56128fec7150a1" providerId="LiveId" clId="{ADE9EA4F-5B12-4EBF-A5F6-A9948E5C8DD9}" dt="2026-07-15T08:37:03.109" v="255" actId="478"/>
          <ac:spMkLst>
            <pc:docMk/>
            <pc:sldMk cId="0" sldId="266"/>
            <ac:spMk id="35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13:18:31.803" v="400" actId="20577"/>
          <ac:spMkLst>
            <pc:docMk/>
            <pc:sldMk cId="0" sldId="266"/>
            <ac:spMk id="36" creationId="{00000000-0000-0000-0000-000000000000}"/>
          </ac:spMkLst>
        </pc:spChg>
        <pc:spChg chg="mod">
          <ac:chgData name="aroraanveesha@outlook.com" userId="4f56128fec7150a1" providerId="LiveId" clId="{ADE9EA4F-5B12-4EBF-A5F6-A9948E5C8DD9}" dt="2026-07-15T13:39:58.529" v="420" actId="20577"/>
          <ac:spMkLst>
            <pc:docMk/>
            <pc:sldMk cId="0" sldId="266"/>
            <ac:spMk id="38" creationId="{50E55F80-2EFE-AE0C-CBF1-7698BDD009BC}"/>
          </ac:spMkLst>
        </pc:spChg>
      </pc:sldChg>
      <pc:sldChg chg="addSp delSp modSp del mod ord">
        <pc:chgData name="aroraanveesha@outlook.com" userId="4f56128fec7150a1" providerId="LiveId" clId="{ADE9EA4F-5B12-4EBF-A5F6-A9948E5C8DD9}" dt="2026-07-15T13:18:27.140" v="397" actId="2696"/>
        <pc:sldMkLst>
          <pc:docMk/>
          <pc:sldMk cId="1216325214" sldId="268"/>
        </pc:sldMkLst>
        <pc:spChg chg="mod">
          <ac:chgData name="aroraanveesha@outlook.com" userId="4f56128fec7150a1" providerId="LiveId" clId="{ADE9EA4F-5B12-4EBF-A5F6-A9948E5C8DD9}" dt="2026-07-15T12:19:44.779" v="396" actId="20577"/>
          <ac:spMkLst>
            <pc:docMk/>
            <pc:sldMk cId="1216325214" sldId="268"/>
            <ac:spMk id="14" creationId="{00000000-0000-0000-0000-000000000000}"/>
          </ac:spMkLst>
        </pc:spChg>
        <pc:picChg chg="del">
          <ac:chgData name="aroraanveesha@outlook.com" userId="4f56128fec7150a1" providerId="LiveId" clId="{ADE9EA4F-5B12-4EBF-A5F6-A9948E5C8DD9}" dt="2026-07-15T08:28:00.980" v="232" actId="478"/>
          <ac:picMkLst>
            <pc:docMk/>
            <pc:sldMk cId="1216325214" sldId="268"/>
            <ac:picMk id="5" creationId="{0A2F2434-AC88-768F-E460-95F6485D5E95}"/>
          </ac:picMkLst>
        </pc:picChg>
        <pc:picChg chg="add mod">
          <ac:chgData name="aroraanveesha@outlook.com" userId="4f56128fec7150a1" providerId="LiveId" clId="{ADE9EA4F-5B12-4EBF-A5F6-A9948E5C8DD9}" dt="2026-07-15T08:28:22.500" v="238" actId="14100"/>
          <ac:picMkLst>
            <pc:docMk/>
            <pc:sldMk cId="1216325214" sldId="268"/>
            <ac:picMk id="7" creationId="{F73B8FC3-624C-F303-C617-61CC2DA4F4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39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CB05-0D83-6625-070A-5C2FFC24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90C1F-B6B6-4769-F8FF-CCFFE1A96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4EB23-FD02-0DFF-B486-506BBD2BB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52B39-B30D-959A-5FB7-43AF3EC71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41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Cantilever Beams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Natural Frequency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59"/>
            <a:ext cx="7315200" cy="1201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Presented By: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Anveesha Arora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cantilever?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beam fixed rigidly at one end, free at the other</a:t>
            </a:r>
            <a:endParaRPr lang="en-US" sz="1400" dirty="0"/>
          </a:p>
        </p:txBody>
      </p:sp>
      <p:pic>
        <p:nvPicPr>
          <p:cNvPr id="4" name="Image 0" descr="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112471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617720"/>
            <a:ext cx="3611880" cy="178308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691743"/>
            <a:ext cx="3154680" cy="657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end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7240" y="53492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No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No rotation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bolted, welded, or built-in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4617720"/>
            <a:ext cx="3611880" cy="178308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4691743"/>
            <a:ext cx="3154680" cy="657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end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09160" y="53492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/>
              <a:t>No external moment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nothing restrains it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12480" y="4617720"/>
            <a:ext cx="3611880" cy="178308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4691743"/>
            <a:ext cx="3154680" cy="657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examples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41080" y="52578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tree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wings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behavior under a static load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8BFE6D-6D74-4B83-F556-E01CD80F9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66" y="2218509"/>
            <a:ext cx="6481106" cy="33059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9FC1E9-1E82-24B6-866E-B4799B38CE6B}"/>
              </a:ext>
            </a:extLst>
          </p:cNvPr>
          <p:cNvSpPr txBox="1"/>
          <p:nvPr/>
        </p:nvSpPr>
        <p:spPr>
          <a:xfrm>
            <a:off x="7881257" y="2218509"/>
            <a:ext cx="3156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Maximum deflection occurs at the free 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Maximum bending moment occurs at the fixed 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stored elastic energy causes vibration when the load is removed.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D7B7D51-BD90-9E87-5424-0F234C4F02A3}"/>
              </a:ext>
            </a:extLst>
          </p:cNvPr>
          <p:cNvSpPr/>
          <p:nvPr/>
        </p:nvSpPr>
        <p:spPr>
          <a:xfrm>
            <a:off x="6553201" y="2443843"/>
            <a:ext cx="141514" cy="5932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a cantilever vibrate?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0" cy="155448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58931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Stiffness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beam elastically resists bending and always tries to snap back straight. This is the restoring force.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669280" cy="2068286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364992"/>
            <a:ext cx="4480560" cy="71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Inertia (mass)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076700"/>
            <a:ext cx="4480560" cy="767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has weight, so it resists changing direction instantly — this is what makes it overshoot.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22720" y="1463040"/>
            <a:ext cx="5120640" cy="3805646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6903720" y="1545771"/>
            <a:ext cx="4389120" cy="831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check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3145970"/>
            <a:ext cx="4389120" cy="1380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ruler hanging off a desk edge vibrates fast and buzzy.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ruler off the same desk vibrates slow and lazy.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material, same stiffness — length alone changes everything.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equation &amp; boundary conditions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2801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Euler–Bernoulli beam equation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boundary conditions pin down the vibration shape: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01309"/>
            <a:ext cx="2615184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end · x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Deflection = 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wall doesn't move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46704" y="2880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2880360"/>
            <a:ext cx="2615184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28803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end · x = 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3864" y="338328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83864" y="384048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beam can't tilt at the wall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4768" y="2880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2880360"/>
            <a:ext cx="261518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28803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end · x = 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338328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Bending Moment = 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81928" y="384048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forces it to curve there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42832" y="2880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2832" y="2880360"/>
            <a:ext cx="2615184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034272" y="28803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end · x = 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9992" y="338328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Shear = 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79992" y="384048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Nothing pushes on the tip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88C765-3720-407E-DCC3-F5251C34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826" y="1621149"/>
            <a:ext cx="2901159" cy="84773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551DFA6-884A-119B-8C09-8F36DD4859B9}"/>
              </a:ext>
            </a:extLst>
          </p:cNvPr>
          <p:cNvSpPr txBox="1"/>
          <p:nvPr/>
        </p:nvSpPr>
        <p:spPr>
          <a:xfrm>
            <a:off x="640080" y="5094514"/>
            <a:ext cx="5091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equation</a:t>
            </a:r>
            <a:endParaRPr lang="en-US" dirty="0"/>
          </a:p>
          <a:p>
            <a:endParaRPr lang="en-IN" dirty="0"/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994306D9-D83E-FD0A-D8D6-F8B3CF4AC89C}"/>
              </a:ext>
            </a:extLst>
          </p:cNvPr>
          <p:cNvSpPr/>
          <p:nvPr/>
        </p:nvSpPr>
        <p:spPr>
          <a:xfrm>
            <a:off x="493776" y="50063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54E02187-094A-579B-18C5-5CA15607AE01}"/>
              </a:ext>
            </a:extLst>
          </p:cNvPr>
          <p:cNvSpPr/>
          <p:nvPr/>
        </p:nvSpPr>
        <p:spPr>
          <a:xfrm>
            <a:off x="822960" y="5193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equation</a:t>
            </a:r>
            <a:endParaRPr lang="en-US" sz="1300" dirty="0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92A2F43F-BDC8-2E8F-63AD-C74610D1FCC0}"/>
              </a:ext>
            </a:extLst>
          </p:cNvPr>
          <p:cNvSpPr/>
          <p:nvPr/>
        </p:nvSpPr>
        <p:spPr>
          <a:xfrm>
            <a:off x="822960" y="5468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cos(βL) · cosh(βL)  =  −1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Roots of the frequency equation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βₙL roots: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167532"/>
              </p:ext>
            </p:extLst>
          </p:nvPr>
        </p:nvGraphicFramePr>
        <p:xfrm>
          <a:off x="868680" y="1828800"/>
          <a:ext cx="4572000" cy="23469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βₙL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(fundamental)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4.694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7.855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10.996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4300946"/>
            <a:ext cx="4114800" cy="423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n ≥ 4:</a:t>
            </a:r>
            <a:endParaRPr lang="en-US" sz="1600" dirty="0"/>
          </a:p>
        </p:txBody>
      </p:sp>
      <p:sp>
        <p:nvSpPr>
          <p:cNvPr id="5" name="Text 4"/>
          <p:cNvSpPr/>
          <p:nvPr/>
        </p:nvSpPr>
        <p:spPr>
          <a:xfrm>
            <a:off x="868680" y="4659085"/>
            <a:ext cx="4114800" cy="500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βₙL ≈ (n − 0.5)π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099957"/>
            <a:ext cx="4572000" cy="65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Roots space out almost evenly by π as mode number grows.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012180" y="1097280"/>
            <a:ext cx="5623560" cy="5349240"/>
          </a:xfrm>
          <a:prstGeom prst="roundRect">
            <a:avLst>
              <a:gd name="adj" fmla="val 1709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frequency formula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09360" y="3461386"/>
            <a:ext cx="5029200" cy="2846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r>
              <a:rPr lang="en-US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stiffness of the beam (material × cross-section shape)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ρA</a:t>
            </a:r>
            <a:r>
              <a:rPr lang="en-US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mass per unit length (density × area)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beam length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βₙL</a:t>
            </a:r>
            <a:r>
              <a:rPr lang="en-US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shape factor from the mode, taken from the table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85D476-A2AA-1720-3DB0-3AEFF2232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65" y="1965959"/>
            <a:ext cx="3828243" cy="1253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three mode shapes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is a natural frequency paired with its own vibration shape</a:t>
            </a:r>
            <a:endParaRPr lang="en-US" sz="1400" dirty="0"/>
          </a:p>
        </p:txBody>
      </p:sp>
      <p:pic>
        <p:nvPicPr>
          <p:cNvPr id="4" name="Image 0" descr="mode_shap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600200"/>
            <a:ext cx="690372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9281160" y="1801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81160" y="21305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beam sways as one smooth arc — dominates real-world vibration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098280" y="33832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92811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81160" y="3822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stationary node, ~78% along the length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98280" y="5074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9281160" y="5184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281160" y="55138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stationary nodes, more curvature per unit length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natural frequency depends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1837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                                                                —   every factor below lives inside this formula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12669"/>
              </p:ext>
            </p:extLst>
          </p:nvPr>
        </p:nvGraphicFramePr>
        <p:xfrm>
          <a:off x="548640" y="2011680"/>
          <a:ext cx="11064240" cy="4480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length → ↓↓ frequency  (strongest effect, 1/L²)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Stiffness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stiffness → ↑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 shape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shape resistance → ↑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density → ↓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 area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area (more mass) → ↓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number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mode → ↑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conditions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βₙL entirely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mass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tip mass → ↓ frequency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E9EEA-0DE8-A403-51FF-F2F745CC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214" y="1097280"/>
            <a:ext cx="2639786" cy="864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silicon is the material of choice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cantilevers used for sensing are micro-fabricated from silicon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57734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F4F6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529661"/>
            <a:ext cx="5257800" cy="4526280"/>
          </a:xfrm>
          <a:prstGeom prst="roundRect">
            <a:avLst>
              <a:gd name="adj" fmla="val 2020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silicon cantilevers are used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194559"/>
            <a:ext cx="4754880" cy="110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AFM probes</a:t>
            </a:r>
          </a:p>
          <a:p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force microscopy tips — nanometer-scale topography and force imaging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3369128"/>
            <a:ext cx="4754880" cy="9860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MEMS resonators</a:t>
            </a:r>
          </a:p>
          <a:p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timing references and oscillators, replacing quartz crystals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4423737"/>
            <a:ext cx="475488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/ gas / biosensors</a:t>
            </a:r>
          </a:p>
          <a:p>
            <a:r>
              <a:rPr lang="en-US" sz="16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added mass shifts the resonant frequency — used to detect single molecules, gases, or pathogens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E55F80-2EFE-AE0C-CBF1-7698BDD009BC}"/>
              </a:ext>
            </a:extLst>
          </p:cNvPr>
          <p:cNvSpPr txBox="1"/>
          <p:nvPr/>
        </p:nvSpPr>
        <p:spPr>
          <a:xfrm>
            <a:off x="807720" y="1919937"/>
            <a:ext cx="4591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Near-perfect elasticity</a:t>
            </a:r>
            <a:r>
              <a:rPr lang="en-IN" dirty="0"/>
              <a:t> – returns to its original shape with minimal </a:t>
            </a:r>
            <a:r>
              <a:rPr lang="en-IN"/>
              <a:t>energy loss.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 quality factor (Q)</a:t>
            </a:r>
            <a:r>
              <a:rPr lang="en-IN" dirty="0"/>
              <a:t> – low damping gives sharp resonance peaks for accurate PSD analysis.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 strength-to-density ratio</a:t>
            </a:r>
            <a:r>
              <a:rPr lang="en-IN" dirty="0"/>
              <a:t> – lightweight and stiff, leading to high resonant frequencies.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60553-4B2F-140B-EDAB-AE59D93F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D008E1E-822D-4DDD-EFFD-8AD2EB9A1839}"/>
              </a:ext>
            </a:extLst>
          </p:cNvPr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316795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659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aroraanveesha@outlook.com</cp:lastModifiedBy>
  <cp:revision>6</cp:revision>
  <dcterms:created xsi:type="dcterms:W3CDTF">2026-07-14T17:31:12Z</dcterms:created>
  <dcterms:modified xsi:type="dcterms:W3CDTF">2026-07-15T13:40:00Z</dcterms:modified>
</cp:coreProperties>
</file>